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20903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188720"/>
            <a:ext cx="66751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Aptos Display"/>
              </a:rPr>
              <a:t>Docker : concepts, utilisation et bonnes pratiques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78608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Support de cours progressif • débutant à intermédiaire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794760"/>
            <a:ext cx="1664208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074EA6"/>
                </a:solidFill>
                <a:latin typeface="Aptos"/>
              </a:rPr>
              <a:t>Comprendre les conteneurs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1" y="3794760"/>
            <a:ext cx="1664208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074EA6"/>
                </a:solidFill>
                <a:latin typeface="Aptos"/>
              </a:rPr>
              <a:t>Lancer des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1" y="3794760"/>
            <a:ext cx="1664208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074EA6"/>
                </a:solidFill>
                <a:latin typeface="Aptos"/>
              </a:rPr>
              <a:t>Travailler proprement en équipe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ARCHITECTURE MODERNE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44968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88552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0344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5864" y="2944368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77656" y="2944368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99448" y="2944368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3438144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552" y="3438144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16952" y="4334256"/>
            <a:ext cx="2971800" cy="512064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8" y="4498848"/>
            <a:ext cx="27249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41807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Objectifs de la 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Identifier les bons usages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Manipuler images et conteneurs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Préparer des projets reproductibles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627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en trois briques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 : modèle de départ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Conteneur : application lancée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Engine : moteur d’exécution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83615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Problèmes avant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Applications installées à la 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Dépendances dispersées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Corrections lentes et risquées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045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Limites des installations classiques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Chaque serveur devient unique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Mises à jour manuelles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Retour arrière compliqué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254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Environnements incohérents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Développement, test et production diffèrent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Versions parfois incompatibles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Erreurs difficiles à reproduire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4632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« It works on my machine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poste local cache le vrai problème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 production n’a pas les mêmes réglages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diagnostic prend du temps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67231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Besoin de portabilité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Emballer l’application avec ses dépendances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Déplacer le même paquet partout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Réduire les surprises au déploiement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881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Besoin de rapidité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moins de choses à la 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Démarrer en quelques secondes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Tester plus souvent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2090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Besoin de standardisation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Même format pour livrer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Mêmes commandes pour exécuter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Pipeline CI/CD plus simple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3299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Définition de la conteneurisation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Isoler une application dans un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Inclure ses dépendances utiles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Partager le noyau de la machine hôte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45084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Conteneur vs machine virtuelle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Une VM embarque un OS complet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conteneur partage le noyau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conteneur est souvent plus léger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COMPARER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2340864"/>
            <a:ext cx="1316736" cy="2615184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2596896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4EA6"/>
                </a:solidFill>
                <a:latin typeface="Aptos"/>
              </a:rPr>
              <a:t>VM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36992" y="3035808"/>
            <a:ext cx="804672" cy="201168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36992" y="3364992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2" y="3694176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36992" y="4023360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09760" y="2340864"/>
            <a:ext cx="1316736" cy="2615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596896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65792" y="3035808"/>
            <a:ext cx="804672" cy="201168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65792" y="3364992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5717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Isolation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Processus séparés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Système de fichiers isolé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Ressources contrôlables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69265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Légèreté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Pas d’OS complet par application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Images souvent petites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Moins de mémoire utilisée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8135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Démarrage rapide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Lancement en secondes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Cycle test plus court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Redémarrage simple après incident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934463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Cas d’usage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API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Base de données de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Jobs batch et outils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Environnements de formation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05536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Avantages clés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Portabilité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Reproductibilité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Déploiements plus prévisibles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Meilleure isolation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17627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Moteur principal de 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Gère images, conteneurs et réseaux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Expose une API et une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29717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Desktop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Application graphique pour poste de travail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Inclut Docker Engine et Compose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Pratique sur Windows et macOS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41808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Installation 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depuis le dépôt officiel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Activer le service 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Ajouter l’utilisateur au groupe si besoin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53898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Installation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Docker 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Activer WSL 2 si demandé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Redémarrer puis tester la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65988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Installation macOS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Docker 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Choisir la version Intel ou Apple Silicon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Lancer Docker avant la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78079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Vérification de l’installation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Contrôler que le service répond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Lancer un conteneur de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Valider les droits utilisateur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90169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Commande docker --version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la version installée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Confirme que la CLI est disponible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Premier test rapide après installation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--version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02260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pull télécharge une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Récupère une image depuis un registre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 un futur lancement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Docker Hub par défaut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pull nginx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14350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lance un conteneur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Crée un conteneur depuis une 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Démarre le processus principal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Télécharge l’image si elle manque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nginx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26440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-it ouvre un mode interactif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Connecte le terminal au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pour explorer ou déboguer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Souvent utilisé avec une image Linux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-it ubuntu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3853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-p publie un 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Relie un port local au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 un service accessible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Format courant : hôte:conteneur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-p 8080:80 nginx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50621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-d lance en arrière-plan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Détache le conteneur du terminal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Retourne un identifiant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Pratique pour les services longs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-d nginx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6271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-v monte un stockage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Connecte un volume ou un dossier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Conserve les données importantes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Sépare données et conteneur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docker run -v data:/app/data nginx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7480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ps liste les conteneurs actifs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conteneurs en cours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ports, noms et statuts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utile pour diagnostiquer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868927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ps -a liste tout l’historique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Inclut les conteneurs arrêtés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comprendre les échecs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de retrouver un ancien conteneur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ps -a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98983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inspect affiche les détails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Retourne la configuration complète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réseau, volumes et variables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Sortie détaillée en 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inspect &lt;conteneur&gt;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1107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logs lit la sortie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logs du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au diagnostic rapide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Suit la sortie de l’application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logs &lt;conteneur&gt;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2316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exec exécute dans un conteneur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 une commande dans un conteneur actif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pour vérifier l’état interne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utiliser avec prudence en production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exec -it &lt;conteneur&gt; sh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3525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stop arrête proprement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Demande l’arrêt du processus principal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Laisse le conteneur exister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Évite de tuer brutalement le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stop &lt;conteneur&gt;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47344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rm supprime un conteneur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Supprime un conteneur arrêté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Libère de l’espace et de la liste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Ne supprime pas l’image utilisée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rm &lt;conteneur&gt;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5943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images liste les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images locales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tags, tailles et identifiants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nettoyer le poste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images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71525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rmi supprime une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Supprime une image locale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Possible si aucun conteneur ne l’utilise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Libère de l’espace disque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rmi &lt;image&gt;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8361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Réseau par défaut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crée un réseau automatiquement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conteneurs peuvent sortir vers Internet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 configuration suffit pour les tests simples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95706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Driver bridge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Réseau local isolé sur l’hôte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Mode par défaut le plus courant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Idéal pour relier plusieurs conteneurs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07796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Driver 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conteneur partage le réseau de l’hôte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Moins d’isolation réseau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pour certains besoins de performance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19887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Autres drivers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overlay pour plusieurs hôtes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macvlan pour une IP dédiée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none pour couper le réseau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31977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Réseau personnalisé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Nommer son réseau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Mieux isoler les applications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Faciliter la communication par nom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44068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Communication entre conteneurs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services partagent un réseau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Ils s’appellent par nom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ports internes restent simples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56158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DNS intégré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résout les noms de conteneurs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Pas besoin d’IP fixes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noms restent plus lisibles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68248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Cas pratiques réseau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API reliée à une base de données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Proxy devant plusieurs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Environnement de test isolé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80339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Qu’est-ce qu’une image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Modèle immuable d’un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Contient application et dépendances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 partage via un registre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92429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Structure en couches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Chaque étape ajoute une couche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couches sont mises en cache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couches communes sont réutilisées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04520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Fichier texte de construction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Décrit l’image étape par étape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 la création reproductible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16610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Instructions Dockerfile essentielles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FROM choisit l’image de 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RUN exécute une étape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COPY ajoute des fichiers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CMD définit le démarrage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28700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Processus de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lit le Dockerfile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Construit les couches dans l’ordre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Produit une image locale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4079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Moteur de construction des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le cache pour accélérer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Supporte des builds plus avancés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52881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Multi-stage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Sépare compilation et exécution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Copie seulement le résultat utile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Réduit fortement la taille finale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6497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Optimisation des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Choisir une base adaptée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Réduire les fichiers inutiles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Regrouper les étapes cohérentes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7706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Taguer une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Donne un nom lisible à l’image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Ajoute une version claire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Facilite push, pull et rollback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89152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Bonnes pratiques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Éviter les secrets dans l’image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Utiliser des tags explicites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Scanner les vulnérabilités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Documenter le démarrage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01243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Qu’est-ce que Docker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Plateforme de partage d’images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de publier et télécharger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utilisée par la communauté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1" name="Cloud 30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1333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Registre public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Images accessibles depuis Internet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Pratique pour les projets ouverts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éviter pour les contenus sensibles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1" name="Cloud 30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2542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Créer un compte Docker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Compte nécessaire pour publier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Identifiant utilisé dans les noms d’images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Accès aux dépôts personnels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1" name="Cloud 30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3751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Créer un dépôt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dépôt regroupe les tags d’une 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Nom stable pour l’équipe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Visibilité publique ou privée selon besoin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1" name="Cloud 30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49604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login authentifie la 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Connecte le terminal au compte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Autorise push et accès privé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protéger sur les postes partagés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login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6169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push publie une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Envoie l’image vers le registre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Nécessite un tag complet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 l’image disponible à l’équipe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push user/app:1.0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737855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pull depuis Docker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Télécharge une image publiée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le tag demandé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un déploiement reproductible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pull nginx:latest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8587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Images officielles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Maintenues par des sources reconnues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Bon point de départ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Lire la documentation avant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1" name="Cloud 30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97966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Bonnes pratiques de publication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Publier des tags versionnés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Ne jamais pousser de secrets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Ajouter une description utile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Scanner avant diffusion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6" name="Cloud 35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10056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Problème de la persistance des 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conteneur peut être supprimé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données internes peuvent disparaître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stockage doit être séparé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3" name="Can 32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22147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Volumes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Stockage géré par 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Indépendant du cycle du conteneur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Bon choix pour les données applicatives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3" name="Can 32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34237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Bind mounts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Montent un dossier de l’hôte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utiles en développement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Dépendent du chemin 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3" name="Can 32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46328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Différences volume vs bind 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Volume : géré par 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Bind mount : chemin de la 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Choisir selon portabilité et contrôle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3" name="Can 32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58418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Créer un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 un espace persistant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Nom simple à réutiliser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être partagé par plusieurs conteneurs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create app_data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70508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Lister les volumes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volumes existants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vérifier les ressources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avant un nettoyage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ls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82599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Utiliser un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Monte le volume dans le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Garde les données après arrêt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Sépare état et exécution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docker run -v app_data:/data nginx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94689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Inspecter un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 point de montage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le driver utilisé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diagnostiquer le stockage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inspect app_data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06780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Supprimer un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Efface un stockage inutilisé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faire avec prudence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supprimer des données importantes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rm app_data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18870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Cas pratiques de stockage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Base de données locale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Dossier de code en développement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Cache partagé entre builds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3" name="Can 32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30960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Qu’est-ce que Docker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Outil pour décrire plusieurs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un fichier YAML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Pilote l’ensemble avec une seule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4305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Pourquoi Docker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Évite les longues commandes répétées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Regroupe configuration et dépendances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Facilite le travail en équipe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55141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Fichier compose.yaml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Fichier central du projet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Décrit services, réseaux et volumes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Versionnable avec le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6723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Structure du fichier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services pour les conteneurs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networks pour la communication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volumes pour les données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7932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service décrit un type de conteneur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définir image, build et 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dépendre d’autres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91412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Networks dans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Compose crée un réseau par projet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services se joignent par nom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réseaux peuvent être personnalisés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03503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Volumes dans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Déclarent les données persistantes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 montent dans les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Rendent l’environnement reproductible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1559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build construit les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Construit les services avec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les Dockerfile du projet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 un lancement cohérent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build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2768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up démarre le projet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 tous les services nécessaires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Crée réseaux et volumes manquants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logs par défaut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up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3977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down arrête le projet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Arrête les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Supprime les conteneurs du projet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Garde les volumes sauf option contraire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down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518647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ps affiche les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Liste l’état des conteneurs Compose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ports et noms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au diagnostic rapide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ps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6395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logs lit les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Regroupe les sorties des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de suivre un service précis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utile pendant le debug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logs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76045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Synthèse des bonnes pratiques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Images petites et versionnées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Données stockées hors conteneur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Commandes automatisées avec Compose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Secrets jamais dans les images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6" name="Oval 35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8813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90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Conclusion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standardise l’exécution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conteneurs rendent les tests rapides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Compose simplifie les applications multi-services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Concepts, utilisation et bonnes pratiques</dc:title>
  <dc:subject>Cours Docker haut de gamme avec design unique</dc:subject>
  <dc:creator>OpenAI Codex</dc:creator>
  <cp:keywords>Docker, DevOps, cours, conteneurisation, Compose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