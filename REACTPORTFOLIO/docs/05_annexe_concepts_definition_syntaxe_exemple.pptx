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00200"/>
            <a:ext cx="76809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0F172A"/>
                </a:solidFill>
                <a:latin typeface="Aptos"/>
              </a:rPr>
              <a:t>Annexe concepts SonarQube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514600"/>
            <a:ext cx="8046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64748B"/>
                </a:solidFill>
                <a:latin typeface="Aptos"/>
              </a:rPr>
              <a:t>Définition, syntaxe et exemple pour les concepts principaux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6080760"/>
            <a:ext cx="3840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00969B"/>
                </a:solidFill>
                <a:latin typeface="Aptos"/>
              </a:rPr>
              <a:t>sndak11_groupe-5_sonarqube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Analyse statique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Analyse du code sans exécuter l'application.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sonar-scanner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Analyser un dépôt local depuis la racine du projet.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002/41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Projet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Représentation SonarQube d'un dépôt ou composant logiciel.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sonar.projectKey=demo-sonarqube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Créer un projet nommé Demo SonarQube.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003/41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SonarScanner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Programme qui lance l'analyse et envoie le rapport au serveur.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sonar-scanner -Dsonar.token=$env:SONAR_TOKEN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Exécution depuis une pipeline CI.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004/41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sonar-project.properties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Fichier de configuration de l'analyse.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sonar.sources=src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Déclarer le dossier source à analyser.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005/41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sonar.projectKey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Identifiant unique du projet dans SonarQube.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sonar.projectKey=demo-api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Projet API nommé demo-api.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006/41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sonar.host.url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URL du serveur SonarQube cible.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sonar.host.url=http://localhost:9000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Analyse vers une instance locale.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007/41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sonar.token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Token utilisé par le scanner pour s'authentifier.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sonar-scanner -Dsonar.token=$env:SONAR_TOKEN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Token stocké comme secret CI.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008/41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Rule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Règle de qualité vérifiée par l'analyseur.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Quality Profiles &gt; Activate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Activer une règle Java dans un profil.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009/41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Quality profile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Ensemble des règles actives pour un langage.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Quality Profiles &gt; Copy Sonar 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Créer un profil Java personnalisé.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010/41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Issue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Problème détecté quand une règle est violée.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Issues &gt; Open &gt; Assign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Assigner une issue au développeur.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011/41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Severity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Niveau d'impact d'une issue ou d'une règle.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Blocker | High | Medium | Low | Info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Traiter les Blocker en priorité.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012/41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Bug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Issue de fiabilité pouvant provoquer un comportement incorrect.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type = Bug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Condition toujours vraie détectée.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013/41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Code smell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Issue de maintenabilité qui rend le code plus difficile à évoluer.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type = Code Smell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Méthode trop complexe à refactorer.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014/41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Vulnerability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Issue de sécurité à corriger.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type = Vulnerability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Entrée utilisateur non filtrée utilisée dans une requête.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015/41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Security hotspot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Code sensible nécessitant une revue humaine.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Security Hotspots &gt;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Vérifier l'usage d'un algorithme de chiffrement.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016/41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Remediation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Temps estimé pour corriger une issue.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effort = 30min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Un code smell coûte 30 minutes estimées.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017/41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Technical debt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Somme des coûts de correction des problèmes de maintenabilité.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debt = sum(remediation cost)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Dette totale : 4 jours.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018/41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Type d'indicateur calculé par SonarQube.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coverage | duplicated_lines_density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Suivre la couverture et la duplication.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019/41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Measure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Valeur d'une metric à une analyse donnée.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coverage = 82%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La mesure de couverture du projet vaut 82 %.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020/41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Part du code couverte par les tests.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sonar.javascript.lcov.reportPaths=coverage/lcov.info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Importer un rapport LCOV.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021/41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Duplications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Code répété détecté dans le projet.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duplicated_lines_density &lt;= 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Limiter les duplications sur nouveau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022/41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Complexité cyclomatique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Nombre de chemins possibles dans le flux d'exécution.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if / for / while augmentent la complexité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Une fonction avec beaucoup de branches devient risquée.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023/41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Complexité cognitive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Difficulté humaine à comprendre le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cognitive_complexity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Réduire les imbrications profondes.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024/41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New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Code ajouté ou modifié depuis une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New Code = Reference Branch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Comparer une PR à main.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025/41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New code definition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Réglage qui définit ce qui est considéré comme nouveau.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Previous version | Number of days | Reference branch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Choisir Reference branch pour main.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026/41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Quality gate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Ensemble de conditions PASS / FAIL.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coverage &gt;=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Échouer si la couverture du nouveau code est trop faible.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027/41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Sonar 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Profil et gate recommandés fournis par SonarSource.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 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Utiliser Sonar way au démarrage.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028/41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Branch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Analyse d'une branche hors pull request.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sonar.branch.name=develop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Analyser develop dans la CI.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029/41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Pull request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Analyse centrée sur les changements d'une PR.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sonar.pullrequest.key=123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Annoter la PR 123.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030/41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Analysis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Périmètre des fichiers analysés.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sonar.sources=src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Analyser seulement src.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031/41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Exclusions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Patterns pour retirer des fichiers de l'analyse.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sonar.exclusions=**/generated/**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Exclure le code généré.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032/41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Webhook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Notification HTTP envoyée après une analyse.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POST https://ci.example/hooks/sonar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Notifier un outil externe du quality 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033/41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Permissions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Droits qui contrôlent lecture, analyse et administration.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Execute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Donner le droit d'analyser au compte CI.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034/41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Compute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Composant serveur qui traite les rapports d'analyse.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Scanner report -&gt; Compute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Calculer les issues et le 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035/41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Elasticsearch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Index utilisé pour accélérer recherche et affichage.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Index SonarQube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Rechercher rapidement des issues.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036/41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Database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Stockage persistant des projets, mesures et configurations.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PostgreSQL recommandé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Stocker l'historique des analyses.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037/41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SCA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Analyse des dépendances open source et risques associés.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sonar.sca.enabled=true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Repérer une dépendance vulnérable.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038/41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Agrégation de projets partageant le même cycle de livraison.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Applications &gt; 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Regrouper frontend, backend et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039/41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Portfolio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Vue exécutive de plusieurs projets ou applications.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Portfolios &gt; Create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Suivre la qualité d'un domaine 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040/41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75488"/>
            <a:ext cx="1280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00969B"/>
                </a:solidFill>
                <a:latin typeface="Aptos"/>
              </a:rPr>
              <a:t>Concept 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60704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Aptos"/>
              </a:rPr>
              <a:t>Web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00969B"/>
                </a:solidFill>
                <a:latin typeface="Aptos"/>
              </a:rPr>
              <a:t>Définition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API HTTP pour automatiser SonarQube.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52044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975104"/>
            <a:ext cx="31912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Aptos"/>
              </a:rPr>
              <a:t>Syntaxe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359152"/>
            <a:ext cx="319125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curl -H "Authorization: Bearer TOKEN" /api/projects/search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33756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9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975104"/>
            <a:ext cx="30083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2A9D60"/>
                </a:solidFill>
                <a:latin typeface="Aptos"/>
              </a:rPr>
              <a:t>Exemple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2359152"/>
            <a:ext cx="3008376" cy="202996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  <a:latin typeface="Aptos"/>
              </a:rPr>
              <a:t>Lister les projets depuis un script.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53035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Aptos"/>
              </a:rPr>
              <a:t>Source : documentation officielle SonarQube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33888" y="6181344"/>
            <a:ext cx="1097280" cy="3840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0" y="6236208"/>
            <a:ext cx="9601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041/41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